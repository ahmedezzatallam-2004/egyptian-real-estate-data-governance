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Source Sans Pro" panose="020B0503030403020204" pitchFamily="34" charset="0"/>
      <p:regular r:id="rId17"/>
      <p:bold r:id="rId18"/>
      <p:italic r:id="rId19"/>
      <p:boldItalic r:id="rId20"/>
    </p:embeddedFont>
  </p:embeddedFontLst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522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569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A1BAC90-484D-8A31-9D39-C3C2AC3B7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1573" y="7562757"/>
            <a:ext cx="1778827" cy="66684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692718"/>
            <a:ext cx="7416403" cy="21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Egyptian Real Estate Prices - Data Governance Project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5166717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DSAI 202 | Team Members:    Ahmed Ezzat     </a:t>
            </a:r>
            <a:r>
              <a:rPr lang="ar-EG" sz="18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202402481</a:t>
            </a:r>
            <a:endParaRPr lang="en-US" sz="1900" dirty="0">
              <a:solidFill>
                <a:srgbClr val="3D3838"/>
              </a:solidFill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                                                        Mariam Samir   </a:t>
            </a:r>
            <a:r>
              <a:rPr lang="ar-EG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202200562</a:t>
            </a:r>
            <a:endParaRPr lang="en-US" sz="1900" dirty="0">
              <a:solidFill>
                <a:srgbClr val="3D3838"/>
              </a:solidFill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rtl="0"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                                                        </a:t>
            </a:r>
            <a:r>
              <a:rPr lang="en-US" sz="1900" dirty="0" err="1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Rofida</a:t>
            </a: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Ramadan </a:t>
            </a:r>
            <a:r>
              <a:rPr lang="en-US" sz="1900" b="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202201888</a:t>
            </a:r>
          </a:p>
          <a:p>
            <a:pPr>
              <a:buNone/>
            </a:pPr>
            <a:br>
              <a:rPr lang="en-US" sz="2000" dirty="0"/>
            </a:b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2FDD71B-5918-7850-1C6E-F82EB5A91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7231" y="7562757"/>
            <a:ext cx="1763169" cy="66684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649016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Overview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50198" y="2720459"/>
            <a:ext cx="3584853" cy="2250758"/>
          </a:xfrm>
          <a:prstGeom prst="roundRect">
            <a:avLst>
              <a:gd name="adj" fmla="val 164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Text 2"/>
          <p:cNvSpPr/>
          <p:nvPr/>
        </p:nvSpPr>
        <p:spPr>
          <a:xfrm>
            <a:off x="6597015" y="296727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97015" y="3465909"/>
            <a:ext cx="309122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Name: Egyptian Real Estate Prices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97015" y="4354235"/>
            <a:ext cx="30912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Size: 54,329 records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181868" y="2720459"/>
            <a:ext cx="3584853" cy="2250758"/>
          </a:xfrm>
          <a:prstGeom prst="roundRect">
            <a:avLst>
              <a:gd name="adj" fmla="val 164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10428684" y="296727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Types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428684" y="3465909"/>
            <a:ext cx="30912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Textual data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428684" y="3922395"/>
            <a:ext cx="30912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Numerical data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198" y="5218033"/>
            <a:ext cx="7416403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3" name="Text 10"/>
          <p:cNvSpPr/>
          <p:nvPr/>
        </p:nvSpPr>
        <p:spPr>
          <a:xfrm>
            <a:off x="6597015" y="5464850"/>
            <a:ext cx="284404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Selection Rationale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97015" y="5963483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Rich real-world data for governance and analysis practice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B9010A8-0EBA-9669-F626-5A377409A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2752" y="7738946"/>
            <a:ext cx="1770682" cy="4572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3085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4188500"/>
            <a:ext cx="783086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Phase 0 - Dataset Profiling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5259943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Text 2"/>
          <p:cNvSpPr/>
          <p:nvPr/>
        </p:nvSpPr>
        <p:spPr>
          <a:xfrm>
            <a:off x="1665923" y="53447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Tools Used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65923" y="5843349"/>
            <a:ext cx="329315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Pandas profiling library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67563" y="5259943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" name="Text 5"/>
          <p:cNvSpPr/>
          <p:nvPr/>
        </p:nvSpPr>
        <p:spPr>
          <a:xfrm>
            <a:off x="6069687" y="53447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Findings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69687" y="5843349"/>
            <a:ext cx="329315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Null entries: 11,881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069687" y="6299835"/>
            <a:ext cx="329315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Duplicates: 14,658 (27%)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9671328" y="5259943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9"/>
          <p:cNvSpPr/>
          <p:nvPr/>
        </p:nvSpPr>
        <p:spPr>
          <a:xfrm>
            <a:off x="10473452" y="53447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Issues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73452" y="5843349"/>
            <a:ext cx="329315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Inconsistent formatting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473452" y="6299835"/>
            <a:ext cx="329315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Missing values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0473452" y="6756321"/>
            <a:ext cx="329315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Outliers present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1F54C40-B0E2-D888-1A2E-5B9452B27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1" y="7450129"/>
            <a:ext cx="1828800" cy="66684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865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033468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Phase 1 - Cleaning and Quality Control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3806190"/>
            <a:ext cx="185023" cy="350639"/>
          </a:xfrm>
          <a:prstGeom prst="roundRect">
            <a:avLst>
              <a:gd name="adj" fmla="val 200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Text 2"/>
          <p:cNvSpPr/>
          <p:nvPr/>
        </p:nvSpPr>
        <p:spPr>
          <a:xfrm>
            <a:off x="1418987" y="3806190"/>
            <a:ext cx="296013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Handled Null Values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233964" y="4403646"/>
            <a:ext cx="185023" cy="350639"/>
          </a:xfrm>
          <a:prstGeom prst="roundRect">
            <a:avLst>
              <a:gd name="adj" fmla="val 200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1789152" y="4403646"/>
            <a:ext cx="376511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Removed Duplicate Rows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604248" y="5001101"/>
            <a:ext cx="185023" cy="350639"/>
          </a:xfrm>
          <a:prstGeom prst="roundRect">
            <a:avLst>
              <a:gd name="adj" fmla="val 200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2159437" y="5001101"/>
            <a:ext cx="323945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Converted Data Types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974532" y="5598557"/>
            <a:ext cx="185023" cy="350639"/>
          </a:xfrm>
          <a:prstGeom prst="roundRect">
            <a:avLst>
              <a:gd name="adj" fmla="val 200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2529721" y="5598557"/>
            <a:ext cx="422505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Utilized Pandas and Pandera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E301544-259E-31BF-E951-277C0A488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5845" y="7507001"/>
            <a:ext cx="1884556" cy="66684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63798" y="2675692"/>
            <a:ext cx="810006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Phase 2 - Privacy &amp; Security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993952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Encryption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591407"/>
            <a:ext cx="277403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Caesar Cipher for textual data security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247674" y="3993952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Access Control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47674" y="4591407"/>
            <a:ext cx="277403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Role-Based Access Control (RBAC) implemented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31549" y="3993952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Storage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31549" y="4591407"/>
            <a:ext cx="277403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Encrypted data saved securely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015424" y="3993952"/>
            <a:ext cx="27740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Role Examples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5424" y="4591407"/>
            <a:ext cx="277403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Admin: Full access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015424" y="5047893"/>
            <a:ext cx="277403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User: Restricted access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CE46DD1-7B3E-7F3C-1560-9A65B59FD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3181" y="7438978"/>
            <a:ext cx="2007220" cy="66684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481257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Challenges Faced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50198" y="2552700"/>
            <a:ext cx="7416403" cy="863798"/>
          </a:xfrm>
          <a:prstGeom prst="roundRect">
            <a:avLst>
              <a:gd name="adj" fmla="val 428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Text 2"/>
          <p:cNvSpPr/>
          <p:nvPr/>
        </p:nvSpPr>
        <p:spPr>
          <a:xfrm>
            <a:off x="6597015" y="2799517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Messy and inconsistent data values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350198" y="3663315"/>
            <a:ext cx="7416403" cy="863798"/>
          </a:xfrm>
          <a:prstGeom prst="roundRect">
            <a:avLst>
              <a:gd name="adj" fmla="val 428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6597015" y="3910132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Encrypting entire data columns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198" y="4773930"/>
            <a:ext cx="7416403" cy="863798"/>
          </a:xfrm>
          <a:prstGeom prst="roundRect">
            <a:avLst>
              <a:gd name="adj" fmla="val 428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6597015" y="5020747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Managing role-based permissions properly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198" y="5884545"/>
            <a:ext cx="7416403" cy="863798"/>
          </a:xfrm>
          <a:prstGeom prst="roundRect">
            <a:avLst>
              <a:gd name="adj" fmla="val 428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1" name="Text 8"/>
          <p:cNvSpPr/>
          <p:nvPr/>
        </p:nvSpPr>
        <p:spPr>
          <a:xfrm>
            <a:off x="6597015" y="6131362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Balancing time across project phases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ADA6CB1-A4A4-EAB7-7C5D-B157E33AC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5123" y="7562757"/>
            <a:ext cx="2085278" cy="66684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63798" y="2675692"/>
            <a:ext cx="5795367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Team Contributions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9939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Ahmed Ezzat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591407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Phase 2: Security, encryption, documentation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39939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Mariam Samir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72576" y="4591407"/>
            <a:ext cx="389894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Phase 0: Profiling, analysis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9939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Rofida Ramadan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81354" y="4591407"/>
            <a:ext cx="389894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Phase 1: Cleaning, schema validation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63CE962-D6A7-4307-B9B9-AAB0F041D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2391" y="7502936"/>
            <a:ext cx="1918010" cy="66684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357670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Bonus 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198" y="2429113"/>
            <a:ext cx="1234083" cy="14808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54447" y="2675930"/>
            <a:ext cx="390644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Frequency Analysis Attack</a:t>
            </a:r>
            <a:endParaRPr lang="en-US" sz="2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198" y="3910013"/>
            <a:ext cx="1234083" cy="148089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54447" y="4156829"/>
            <a:ext cx="417504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to Crack Caesar Cipher</a:t>
            </a:r>
            <a:endParaRPr lang="en-US" sz="2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198" y="5390912"/>
            <a:ext cx="1234083" cy="148089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954447" y="5637728"/>
            <a:ext cx="388881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Decrypted vs Original Text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092EB6E-3C63-0645-0707-5350D3DDA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9366" y="7562757"/>
            <a:ext cx="2062975" cy="66684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638187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50198" y="3709630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Text 2"/>
          <p:cNvSpPr/>
          <p:nvPr/>
        </p:nvSpPr>
        <p:spPr>
          <a:xfrm>
            <a:off x="7152323" y="3802142"/>
            <a:ext cx="275189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Achieved secured, clean, governed dataset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10212705" y="3709630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" name="Text 4"/>
          <p:cNvSpPr/>
          <p:nvPr/>
        </p:nvSpPr>
        <p:spPr>
          <a:xfrm>
            <a:off x="11014829" y="3802142"/>
            <a:ext cx="275189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Demonstrated importance of data governance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198" y="5036106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6"/>
          <p:cNvSpPr/>
          <p:nvPr/>
        </p:nvSpPr>
        <p:spPr>
          <a:xfrm>
            <a:off x="7152323" y="5128617"/>
            <a:ext cx="661427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Learned teamwork and technical skills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B70643-511E-DA8B-4C86-FCB7168C9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3903" y="7551606"/>
            <a:ext cx="1806498" cy="66684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393996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4465439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Thank you! 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237</Words>
  <Application>Microsoft Office PowerPoint</Application>
  <PresentationFormat>Custom</PresentationFormat>
  <Paragraphs>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 Bold</vt:lpstr>
      <vt:lpstr>Roboto</vt:lpstr>
      <vt:lpstr>Source Sans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Ezzat Allam</cp:lastModifiedBy>
  <cp:revision>2</cp:revision>
  <dcterms:created xsi:type="dcterms:W3CDTF">2025-05-06T22:57:39Z</dcterms:created>
  <dcterms:modified xsi:type="dcterms:W3CDTF">2025-05-06T23:09:08Z</dcterms:modified>
</cp:coreProperties>
</file>